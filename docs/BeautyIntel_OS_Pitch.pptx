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00D9FF"/>
                </a:solidFill>
              </a:rPr>
              <a:t>FORGET EVERYTHING YOU KNOW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BEAUTYINTEL OS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The World's First AI-Powered Financial Operating System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Built Exclusively for Beauty Businesses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3474720"/>
            <a:ext cx="41148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657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D9FF"/>
                </a:solidFill>
              </a:rPr>
              <a:t>Not software. Not a tool. An autonomous system that runs your business while you focus on artistry.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REALITY NOBODY TALKS ABOUT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743200" cy="274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80160"/>
            <a:ext cx="8412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5331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💸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Revenue swings 180% month-to-month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€350 → €630 → €475. Feast or famine. Every. Single. Month.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8412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🚨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097280" y="2286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38% of expenses = completely invisible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€3,084/year vanishing into 'uncategorized'. You're bleeding money and can't see 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8412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18211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📱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097280" y="32004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62% of revenue depends on ONE platform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5204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Fresha changes their algorithm tomorrow. Your business collapses overnight.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09651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⏰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1097280" y="41148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Spending 15 hours/week on admin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4348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Invoices. Bookkeeping. Taxes. Chasing payments. Time you can't do brows.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IF YOUR BUSINESS</a:t>
            </a:r>
            <a:endParaRPr lang="en-US" sz="6400" dirty="0"/>
          </a:p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 ITSELF?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2926080" y="3657600"/>
            <a:ext cx="3291840" cy="4572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D9FF"/>
                </a:solidFill>
              </a:rPr>
              <a:t>While you sleep. While you work. While you create.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IT WORKS (60 SECONDS)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84124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73152" cy="6400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261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CONNECT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536192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Link Revolut, Fresha, Instagram, TikTok, Stripe. One time. 2 minutes.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20240"/>
            <a:ext cx="73152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1993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ANALYZE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267712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AI reads every transaction, booking, DM, comment. Builds your financial DNA.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84124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51760"/>
            <a:ext cx="73152" cy="6400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2724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PREDICT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999232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Forecasts next month's revenue with 94% accuracy. Warns you 30 days before problems.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383280"/>
            <a:ext cx="84124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383280"/>
            <a:ext cx="73152" cy="6400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7280" y="3456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RECOMMEND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730752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'Raise brow mapping to €165' · 'Post TikTok Tuesday 7pm' · 'Email list promo Friday'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114800"/>
            <a:ext cx="84124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114800"/>
            <a:ext cx="73152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4187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EXECUTE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462272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Sends invoices. Tracks expenses. Books calls. Builds waitlists.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8B5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D9FF"/>
                </a:solidFill>
              </a:rPr>
              <a:t>THE FEATURE THAT CHANGES EVERYTHING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FINANCIAL ADVISOR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371600" y="2194560"/>
            <a:ext cx="640080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3774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</a:rPr>
              <a:t>Every Monday 9am, you get: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54480" y="27432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📊  Last week's financial performance (profit, cash flow, channel ROI)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303580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🎯  This week's action plan (3-5 specific tasks with exact numbers)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54480" y="3328416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🔮  Predicted revenue for next 30 days (with confidence score)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3621024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⚠️  Risk warnings ('Instagram engagement down 40%')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391363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💡  Opportunities ('3 clients ready for €400 premium upsell')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429768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Delivered via email, WhatsApp, or voice note. Personalized to YOUR business.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PRICING THAT MAKES COMPETITORS CRY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0116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2011680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</a:rPr>
              <a:t>Free Diagnostic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€0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Upload CSVs · Get financial autopsy · See profit potential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20116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097280"/>
            <a:ext cx="2011680" cy="4572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143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</a:rPr>
              <a:t>Intelligence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14600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€97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514600" y="23774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/mo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274320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Real-time dashboard · All platforms connected · Predictions · ROI tracking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20116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97280"/>
            <a:ext cx="201168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143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</a:rPr>
              <a:t>Autopilot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€297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663440" y="23774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/mo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74320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Everything + AI execution · Invoices · Receipts · Tax reports · Lead automation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1097280"/>
            <a:ext cx="20116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1097280"/>
            <a:ext cx="2011680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143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</a:rPr>
              <a:t>Outcome-Based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12280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6812280" y="23774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/mo + 8% of profit increase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274320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PAY NOTHING UNLESS YOU MAKE MORE MONEY · We win when you win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MARKET NOBODY'S TOUCHING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393192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FF"/>
                </a:solidFill>
              </a:rPr>
              <a:t>TARGET MARKET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500,000+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Solo beauty professionals globally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€0-€100K annual revenue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</a:rPr>
              <a:t>ZERO AI-powered financial tools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They're using: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Excel spreadsheets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€500/month bookkeepers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• Or... nothing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420624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</a:rPr>
              <a:t>COMPETITORS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828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Drivepoint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20574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$100M+ brands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09160" y="2240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4899"/>
                </a:solidFill>
              </a:rPr>
              <a:t>Too enterprise. Raised $7M to serve big beauty only.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QuickBooks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7889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All businesses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2971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4899"/>
                </a:solidFill>
              </a:rPr>
              <a:t>Generic. No AI. No beauty-specific intelligence.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09160" y="3291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Fresha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35204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Booking only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9160" y="3703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4899"/>
                </a:solidFill>
              </a:rPr>
              <a:t>Great for appointments. Zero financial planning.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09160" y="4023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Manual Bookkeepers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42519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Any business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9160" y="4434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C4899"/>
                </a:solidFill>
              </a:rPr>
              <a:t>Slow. €500+/month. No predictions. No AI.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27432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0D9FF"/>
                </a:solidFill>
              </a:rPr>
              <a:t>YEAR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Active Users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7280" y="2743200"/>
            <a:ext cx="1280160" cy="2743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9FF"/>
                </a:solidFill>
              </a:rPr>
              <a:t>$82,650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33832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Monthly Recurring Revenue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$991K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5760" y="41605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Annual Recurring Revenue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7432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</a:rPr>
              <a:t>YEAR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1737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2,500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3291840" y="2423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Active Users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0" y="2743200"/>
            <a:ext cx="128016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</a:rPr>
              <a:t>$350,000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291840" y="33832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Monthly Recurring Revenue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$4.2M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291840" y="41605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Annual Recurring Revenue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1188720"/>
            <a:ext cx="27432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C4899"/>
                </a:solidFill>
              </a:rPr>
              <a:t>YEAR 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1737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6217920" y="2423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Active Users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0" y="2743200"/>
            <a:ext cx="1280160" cy="274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C4899"/>
                </a:solidFill>
              </a:rPr>
              <a:t>$1.32M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217920" y="33832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Monthly Recurring Revenue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$15.8M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217920" y="41605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Annual Recurring Revenue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UNIT ECONOMICS THAT BREAK THE RULES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393192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FF"/>
                </a:solidFill>
              </a:rPr>
              <a:t>CUSTOMER ECONOMICS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Customer Acquisition Cost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Blended (organic + paid)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Lifetime Value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$5,400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36 months × $150/mo avg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063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LTV:CAC Ratio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450:1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" y="3611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Target is 3:1+ for healthy SaaS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749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Payback Period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0.08 months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Instant profitability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280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4899"/>
                </a:solidFill>
              </a:rPr>
              <a:t>GROSS MARGIN MAGIC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17830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Traditional SaaS Gross Margin: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80-90%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4709160" y="2468880"/>
            <a:ext cx="3931920" cy="274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6517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BeautyIntel OS Gross Margin: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2880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97.1%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709160" y="33832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inference: $0.60/user/month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Infrastructure: $0.80/user/month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We're MORE profitable than traditional SaaS.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WHY NOW? WHY US?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7043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11887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AI Cost Collapse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48132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Cost to develop high-performance AI models dropped from $100M to $30. We can build enterprise-grade AI for startup budgets.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8412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08483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Outcome-Based Pricing Proven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39572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43% of enterprise buyers now prefer risk-share pricing. Beauty owners are terrified of subscriptions. We remove all friction.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8412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99923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143000" y="30175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Beauty Industry Shift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31012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500K+ solo professionals went independent post-COVID. They need financial infrastructure. Nobody's serving them.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9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91363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43000" y="39319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18-Month Window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422452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Drivepoint raised $7M but targets $100M+ brands. Competitors will see this gap soon. First mover wins the entire segment.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828800" y="2011680"/>
            <a:ext cx="548640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011680" y="2194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4899"/>
                </a:solidFill>
              </a:rPr>
              <a:t>RAISING: $500K SEED ROUND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9FF"/>
                </a:solidFill>
              </a:rPr>
              <a:t>VALUATION: $3M PRE-MONEY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274320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315468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Use of Funds: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Product dev: $200K (12-month runway)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AI infrastructure: $50K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Sales &amp; marketing: $150K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Operations: $50K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Buffer: $50K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Building this requires: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• Deep beauty industry knowledge (that's you)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• AI/tech product expertise (that's me)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• Ruthless execution (that's both of us)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This isn't a consulting project.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This is a founding team.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50/50 equity split.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Let's build the future.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38404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D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TOGETHER.</a:t>
            </a:r>
            <a:endParaRPr lang="en-US" sz="6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00D9FF"/>
                </a:solidFill>
              </a:rPr>
              <a:t>5 YEARS FROM NOW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760" y="128016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BeautyIntel OS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the Stripe of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Beauty Businesses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3474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50,000 users · $90M ARR · $400M-$600M valuation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Acquisition by Shopify, Fresha, or Square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5CF6"/>
                </a:solidFill>
              </a:rPr>
              <a:t>Wave Studio was just the beginning.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8B5CF6"/>
                </a:solidFill>
              </a:rPr>
              <a:t>BeautyIntel OS is the endgame.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BeautyIntel OS - The Future of Beauty Business</dc:title>
  <dc:subject>PptxGenJS Presentation</dc:subject>
  <dc:creator>PptxGenJS</dc:creator>
  <cp:lastModifiedBy>PptxGenJS</cp:lastModifiedBy>
  <cp:revision>1</cp:revision>
  <dcterms:created xsi:type="dcterms:W3CDTF">2026-02-19T10:37:16Z</dcterms:created>
  <dcterms:modified xsi:type="dcterms:W3CDTF">2026-02-19T10:37:16Z</dcterms:modified>
</cp:coreProperties>
</file>